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intro, one sentence on the hook -- "we don't just pick a model, we build a system that knows when to trust its own prediction."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motivation before showing any numbers -- this is the "why."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imbalance early -- it explains several design decisions later (class-weighting, why "auto-flag" needed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One-slide EDA summary -- don't dwell, this just grounds the feature choices made later in the Bayesian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map for the rest of the talk -- refer back to it as you move through steps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DNN F1 (0.452) lands just above Ayoade et al.'s reported 0.45 -- confirms the baseline is faithful, not an outlier.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deliberate pivot point in the talk -- "so we picked the classical model, and here's why that's the interesting part, not a letdown."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doesn't retrain or replace RF -- it's a lightweight layer on top, inspired by the retinopathy uncertainty-quantification approach in Akram et al. (2025), adapted from images to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number: 60.2% of cases could bypass manual review entirely. Auto-clear cuts the miss rate to under a third of the population base rate; auto-flag concentrates true positives at ~2.7x their natural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"why should I trust this triage split" question before showing the tradeoff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 -- "automating the easy 60% costs almost nothing; automating the rest would cost a lot." Pause here for questions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directly answers the rubric's "demonstrate some novelty" requirement -- call out explicitly that novelty lives in the architecture/agentic layer, not the base algorithms. Lead with the triage agent as the strongest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three numbers people should remember: 0.819 AUC, 60.2% automation, 4.3% FN rate in auto-clear.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B0B0B"/>
                </a:solidFill>
              </a:defRPr>
            </a:pPr>
            <a:r>
              <a:t>Diabetes Risk Prediction: Deep Learning vs. Classical ML with a Bayesian Uncertainty-Aware Triage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98781"/>
                </a:solidFill>
              </a:defRPr>
            </a:pPr>
            <a:r>
              <a:t>Jephthah Kimanthi David, Gideon Bamuleseyo  —  CS 582, Group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96209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Diabetes screening at population scale needs two things at once: catch at-risk people early, don't overwhelm clinicians with false alarms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Most work treats this as a single-model accuracy contest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Question we ask instead: can a system know when to trust a prediction, not just what the prediction 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CDC BRFSS 2015 Diabetes Health Indicators (Kaggle), 253,680 records, 21 features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Binary label: diabetes/prediabetes vs. none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After de-dup (24,206 exact duplicates removed): 183,579 train / 45,895 test (80/20 stratified split)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Class imbalance: 84.7% negative / 15.3% positive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52722"/>
            <a:ext cx="5333695" cy="42669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What predicts diabetes risk here?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Strongest positive correlates: GenHlth, HighBP, DiffWalk, BMI, HighChol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Strongest negative correlates: Income, Education, PhysActivity</a:t>
            </a:r>
          </a:p>
        </p:txBody>
      </p:sp>
      <p:pic>
        <p:nvPicPr>
          <p:cNvPr id="5" name="Picture 4" descr="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59" y="1280160"/>
            <a:ext cx="446749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Step 1: train classical ML + DNN, benchmark against a published comparison (Ayoade et al., 2025)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Step 2: layer a Bayesian Network on the best model's output for per-case uncertainty (inspired by Akram et al., 2025)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Step 3: triage agent — auto-clear / auto-flag / escalate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Step 4: analyze the accuracy-vs-automation tradeoff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Baseline: classical ML vs. 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949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0.1s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3.9s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0.2s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DNN (feed-forward)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0.819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53.4s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ul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76620"/>
            <a:ext cx="3870654" cy="2419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Key finding: DNN isn't a silver bullet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DNN edges out on AUC (0.819 vs. RF's 0.817) but has the lowest accuracy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Costs 15–500x more to train than any classical model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Replicates Ayoade et al. (2025): deep learning doesn't reliably beat classical ML on tabular survey data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Decision: build the uncertainty layer on Random Forest — comparable AUC, better F1/accuracy, near-zero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Adding a Bayesian uncertainty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Random Forest gives one probability per case — often overconfident, no structured notion of “how sure are we, really?”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We fit a discrete Bayesian Network (pgmpy) with 5 parents of the diabetes label: RF's prediction (binned), GenHlth, BMI category, age group, HighBP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BayesianEstimator (BDeu prior) fits the CPDs; VariableElimination gives an exact posterior P(diabetes=1 | evidence) per test case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Binary entropy of that posterior = per-case uncertainty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Triage agent: three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Auto-clear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posterior &lt; 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FN rate 4.3% (vs. 15.3% base rate)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Escalate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8% ≤ posterior &lt; 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sent to human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Auto-flag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posterior ≥ 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B0B0B"/>
                          </a:solidFill>
                        </a:defRPr>
                      </a:pPr>
                      <a:r>
                        <a:t>41.5% precision (2.7x base rate)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triage_ti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42061"/>
            <a:ext cx="3870655" cy="2488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Does the uncertainty score actually mean something?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Mean entropy by tier: auto-clear 0.13 (confident) vs. auto-flag 0.97 / escalate 0.64 (uncertain)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Negative risk can be called with much higher confidence than positive risk here — a direct consequence of the 85/15 imbalance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Sensible bias for a screening tool: better to escalate a possible case than silently auto-clear or auto-diagnose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Accuracy vs. automation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Swept the escalation band width around the population prevalence, tracked automation rate against two error signals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FN rate within auto-clear, and share of all diabetics missed by auto-clear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Clear knee point around ~60–62% automation: FN rate stays flat at ~2% below it, then climbs steeply (more than doubles by ~80% automation, reaches 26% at 100%)</a:t>
            </a:r>
          </a:p>
        </p:txBody>
      </p:sp>
      <p:pic>
        <p:nvPicPr>
          <p:cNvPr id="5" name="Picture 4" descr="triag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8302"/>
            <a:ext cx="5333695" cy="3555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6834"/>
                </a:solidFill>
              </a:defRPr>
            </a:pPr>
            <a:r>
              <a:t>Where's the novelty?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0800" cy="52120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EB6834"/>
                </a:solidFill>
              </a:rPr>
              <a:t>Not the baseline comparison —  </a:t>
            </a:r>
            <a:r>
              <a:rPr sz="1800">
                <a:solidFill>
                  <a:srgbClr val="0B0B0B"/>
                </a:solidFill>
              </a:rPr>
              <a:t>the classical-vs-DNN benchmark is a faithful replication of Ayoade et al. (2025), useful as a validated starting point, not the contribution.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EB6834"/>
                </a:solidFill>
              </a:rPr>
              <a:t>Cross-domain transfer —  </a:t>
            </a:r>
            <a:r>
              <a:rPr sz="1800">
                <a:solidFill>
                  <a:srgbClr val="0B0B0B"/>
                </a:solidFill>
              </a:rPr>
              <a:t>Akram et al. (2025) quantify Bayesian uncertainty for a CNN on retinopathy images; we adapt that pattern to tabular survey data with a classical base model instead.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EB6834"/>
                </a:solidFill>
              </a:rPr>
              <a:t>Hybrid evidence fusion —  </a:t>
            </a:r>
            <a:r>
              <a:rPr sz="1800">
                <a:solidFill>
                  <a:srgbClr val="0B0B0B"/>
                </a:solidFill>
              </a:rPr>
              <a:t>the Bayesian network fuses Random Forest's opaque prediction with independent clinical variables (GenHlth, BMI, age, HighBP) as co-parents — a calibration layer over a black-box model, not a replacement classifier.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EB6834"/>
                </a:solidFill>
              </a:rPr>
              <a:t>The agentic contribution —  </a:t>
            </a:r>
            <a:r>
              <a:rPr sz="1800">
                <a:solidFill>
                  <a:srgbClr val="0B0B0B"/>
                </a:solidFill>
              </a:rPr>
              <a:t>the triage agent turns that uncertainty score into an autonomous action policy (auto-clear / auto-flag / escalate) with a quantified accuracy-vs-automation tradeoff: it doesn't just predict, it decides when to act versus defer to a human.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A well-tuned Random Forest matches/beats a feed-forward DNN on every practical axis on this tabular health-survey data — deep learning is not a silver bullet here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A small Bayesian network turns RF's point estimate into a calibrated, per-case uncertainty score without retraining the base model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That score powers a triage agent automating ~60% of the caseload at a quarter of the population's natural miss rate, concentrating review effort where it matters most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Richer Bayesian network structure (more evidence variables, learned rather than fixed structure)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Calibration comparison against simpler baselines (raw RF thresholding, conformal prediction)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Cost-sensitive tuning of the auto-clear/auto-flag bands against a real clinical review-capacity constraint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81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</a:defRPr>
            </a:pPr>
            <a:r>
              <a:t>•  Thank you — happy to take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